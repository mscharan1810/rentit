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6400">
                <a:solidFill>
                  <a:srgbClr val="2563EB"/>
                </a:solidFill>
              </a:defRPr>
            </a:pPr>
            <a:r>
              <a:t>RentIt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2800">
                <a:solidFill>
                  <a:srgbClr val="1E293B"/>
                </a:solidFill>
              </a:defRPr>
            </a:pPr>
            <a:r>
              <a:t>"Why Buy When You Can Rent?"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4748B"/>
                </a:solidFill>
              </a:defRPr>
            </a:pPr>
            <a:r>
              <a:t>A Secure Peer-to-Peer Rental Marketplace</a:t>
            </a:r>
          </a:p>
        </p:txBody>
      </p:sp>
      <p:pic>
        <p:nvPicPr>
          <p:cNvPr id="5" name="Picture 4" descr="screenshot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914400"/>
            <a:ext cx="512064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563EB"/>
                </a:solidFill>
              </a:defRPr>
            </a:pPr>
            <a:r>
              <a:t>Why RentIt?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• Millions of valuable products remain unused in homes.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• People often buy expensive products for one-time use.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• Renting saves money for consumers.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• Owners earn passive income on idle assets.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• RentIt connects both sides seamlessly.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563EB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Expensive items are purchased but rarely used.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56032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Idle Assets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DSLR Cameras, Projectors, Camping Tents, Power Tools, Gaming Consoles, Speakers sit unused.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828800"/>
            <a:ext cx="256032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Fragmented Market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Finding trustworthy local rentals is difficult and lacks a unified platform.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828800"/>
            <a:ext cx="256032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The Opportunity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Idle Assets + Temporary Needs = Massive Rental Opportunity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563EB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• A platform that allows users to securely rent products from nearby owners.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• Owners generate passive income easily.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• Renters save money instead of buying.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• Promotes a sustainable, sharing-driven community.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3200400" cy="731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Owner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Lists item</a:t>
            </a:r>
          </a:p>
        </p:txBody>
      </p:sp>
      <p:sp>
        <p:nvSpPr>
          <p:cNvPr id="5" name="Down Arrow 4"/>
          <p:cNvSpPr/>
          <p:nvPr/>
        </p:nvSpPr>
        <p:spPr>
          <a:xfrm>
            <a:off x="6492240" y="2194560"/>
            <a:ext cx="274320" cy="365760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0" y="2651760"/>
            <a:ext cx="3200400" cy="731520"/>
          </a:xfrm>
          <a:prstGeom prst="roundRect">
            <a:avLst/>
          </a:prstGeom>
          <a:solidFill>
            <a:srgbClr val="2563E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RentIt Platform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Secures transaction</a:t>
            </a:r>
          </a:p>
        </p:txBody>
      </p:sp>
      <p:sp>
        <p:nvSpPr>
          <p:cNvPr id="7" name="Down Arrow 6"/>
          <p:cNvSpPr/>
          <p:nvPr/>
        </p:nvSpPr>
        <p:spPr>
          <a:xfrm>
            <a:off x="6492240" y="3474720"/>
            <a:ext cx="274320" cy="365760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0" y="3931920"/>
            <a:ext cx="3200400" cy="731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Renter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Enjoys item affordably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563EB"/>
                </a:solidFill>
              </a:defRPr>
            </a:pPr>
            <a:r>
              <a:t>Business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• Reduce unnecessary retail purchases.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• Help owners monetize their unused assets.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• Build a trusted, verified rental marketplace.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• Promote sustainable and eco-friendly consumption.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• Deliver a secure, seamless user experience.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563EB"/>
                </a:solidFill>
              </a:defRPr>
            </a:pPr>
            <a:r>
              <a:t>Target Audience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Students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2560320" y="18288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Freelancers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4663440" y="18288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Photographers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6766559" y="18288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Event Organizers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Small Businesses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2560320" y="32004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Homeowners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4663440" y="32004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Travelers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6766559" y="32004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Content Creators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563EB"/>
                </a:solidFill>
              </a:defRPr>
            </a:pPr>
            <a:r>
              <a:t>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</a:defRPr>
            </a:pPr>
            <a:r>
              <a:t>• Secure Login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</a:defRPr>
            </a:pPr>
            <a:r>
              <a:t>• Item Listing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</a:defRPr>
            </a:pPr>
            <a:r>
              <a:t>• Booking Calendar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</a:defRPr>
            </a:pPr>
            <a:r>
              <a:t>• Wishlist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</a:defRPr>
            </a:pPr>
            <a:r>
              <a:t>• Ratings &amp; Reviews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</a:defRPr>
            </a:pPr>
            <a:r>
              <a:t>• Search &amp; Filters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</a:defRPr>
            </a:pPr>
            <a:r>
              <a:t>• Owner Dashboard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</a:defRPr>
            </a:pPr>
            <a:r>
              <a:t>• Booking History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</a:defRPr>
            </a:pPr>
            <a:r>
              <a:t>• Notifications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</a:defRPr>
            </a:pPr>
            <a:r>
              <a:t>• QR Pickup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</a:defRPr>
            </a:pPr>
            <a:r>
              <a:t>• Admin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563EB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286000"/>
            <a:ext cx="109728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React Frontend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</a:p>
        </p:txBody>
      </p:sp>
      <p:sp>
        <p:nvSpPr>
          <p:cNvPr id="4" name="Right Arrow 3"/>
          <p:cNvSpPr/>
          <p:nvPr/>
        </p:nvSpPr>
        <p:spPr>
          <a:xfrm>
            <a:off x="2011680" y="2743200"/>
            <a:ext cx="274320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103120" y="2286000"/>
            <a:ext cx="1097280" cy="1371600"/>
          </a:xfrm>
          <a:prstGeom prst="roundRect">
            <a:avLst/>
          </a:prstGeom>
          <a:solidFill>
            <a:srgbClr val="E2E8F0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Node.js API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</a:p>
        </p:txBody>
      </p:sp>
      <p:sp>
        <p:nvSpPr>
          <p:cNvPr id="6" name="Right Arrow 5"/>
          <p:cNvSpPr/>
          <p:nvPr/>
        </p:nvSpPr>
        <p:spPr>
          <a:xfrm>
            <a:off x="3200400" y="2743200"/>
            <a:ext cx="274320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91840" y="2286000"/>
            <a:ext cx="109728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Express Server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</a:p>
        </p:txBody>
      </p:sp>
      <p:sp>
        <p:nvSpPr>
          <p:cNvPr id="8" name="Right Arrow 7"/>
          <p:cNvSpPr/>
          <p:nvPr/>
        </p:nvSpPr>
        <p:spPr>
          <a:xfrm>
            <a:off x="4389120" y="2743200"/>
            <a:ext cx="274320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60" y="2286000"/>
            <a:ext cx="1097280" cy="1371600"/>
          </a:xfrm>
          <a:prstGeom prst="roundRect">
            <a:avLst/>
          </a:prstGeom>
          <a:solidFill>
            <a:srgbClr val="E2E8F0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MongoDB Database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</a:p>
        </p:txBody>
      </p:sp>
      <p:sp>
        <p:nvSpPr>
          <p:cNvPr id="10" name="Right Arrow 9"/>
          <p:cNvSpPr/>
          <p:nvPr/>
        </p:nvSpPr>
        <p:spPr>
          <a:xfrm>
            <a:off x="5577840" y="2743200"/>
            <a:ext cx="274320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0" y="2286000"/>
            <a:ext cx="109728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Cloudinary Storage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</a:p>
        </p:txBody>
      </p:sp>
      <p:sp>
        <p:nvSpPr>
          <p:cNvPr id="12" name="Right Arrow 11"/>
          <p:cNvSpPr/>
          <p:nvPr/>
        </p:nvSpPr>
        <p:spPr>
          <a:xfrm>
            <a:off x="6766560" y="2743200"/>
            <a:ext cx="274320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0" y="2286000"/>
            <a:ext cx="1097280" cy="1371600"/>
          </a:xfrm>
          <a:prstGeom prst="roundRect">
            <a:avLst/>
          </a:prstGeom>
          <a:solidFill>
            <a:srgbClr val="E2E8F0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Authentication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563EB"/>
                </a:solidFill>
              </a:defRPr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React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18288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Node.js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Runtime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8288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Express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Backend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59" y="18288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MongoDB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Database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JWT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Security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32004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Cloudinary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Media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32004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Vercel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Client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59" y="32004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Render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API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563EB"/>
                </a:solidFill>
              </a:defRPr>
            </a:pPr>
            <a:r>
              <a:t>Database Entity 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Robust NoSQL Document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182880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Users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Collection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828800"/>
            <a:ext cx="182880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Items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Collection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828800"/>
            <a:ext cx="182880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Bookings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Collection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200400"/>
            <a:ext cx="182880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Reviews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Collection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3200400"/>
            <a:ext cx="182880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Payments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Collection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200400"/>
            <a:ext cx="182880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Categories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Collection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563EB"/>
                </a:solidFill>
              </a:defRPr>
            </a:pPr>
            <a:r>
              <a:t>The User Journey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Step 1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Register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18288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Step 2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Browse Items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8288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Step 3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View Details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59" y="18288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Step 4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Book Item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Step 5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Pay Deposit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32004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Step 6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Pickup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32004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Step 7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Return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59" y="32004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Step 8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Review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563EB"/>
                </a:solidFill>
              </a:defRPr>
            </a:pPr>
            <a:r>
              <a:t>Platform Modules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560320" cy="2743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Renter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Browse Catalog</a:t>
            </a:r>
            <a:br/>
            <a:r>
              <a:t>Search &amp; Filter</a:t>
            </a:r>
            <a:br/>
            <a:r>
              <a:t>Request Booking</a:t>
            </a:r>
            <a:br/>
            <a:r>
              <a:t>Pay Deposit</a:t>
            </a:r>
            <a:br/>
            <a:r>
              <a:t>Leave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828800"/>
            <a:ext cx="2560320" cy="2743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Owner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List New Item</a:t>
            </a:r>
            <a:br/>
            <a:r>
              <a:t>Manage Inventory</a:t>
            </a:r>
            <a:br/>
            <a:r>
              <a:t>Approve Requests</a:t>
            </a:r>
            <a:br/>
            <a:r>
              <a:t>Confirm Returns</a:t>
            </a:r>
            <a:br/>
            <a:r>
              <a:t>Rate Renters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828800"/>
            <a:ext cx="2560320" cy="2743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Admin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User Management</a:t>
            </a:r>
            <a:br/>
            <a:r>
              <a:t>Dispute Resolution</a:t>
            </a:r>
            <a:br/>
            <a:r>
              <a:t>Platform Analytics</a:t>
            </a:r>
            <a:br/>
            <a:r>
              <a:t>Content Moderation</a:t>
            </a:r>
            <a:br/>
            <a:r>
              <a:t>Category Control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563EB"/>
                </a:solidFill>
              </a:defRPr>
            </a:pPr>
            <a:r>
              <a:t>Application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Modern, Responsive, and Intuitive Design</a:t>
            </a:r>
          </a:p>
        </p:txBody>
      </p:sp>
      <p:pic>
        <p:nvPicPr>
          <p:cNvPr id="4" name="Picture 3" descr="screenshot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3840480" cy="24003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3931920"/>
            <a:ext cx="3840480" cy="457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Home Page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</a:p>
        </p:txBody>
      </p:sp>
      <p:pic>
        <p:nvPicPr>
          <p:cNvPr id="6" name="Picture 5" descr="screenshot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645920"/>
            <a:ext cx="3840480" cy="24003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0" y="3931920"/>
            <a:ext cx="3840480" cy="457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Owner Dashboard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563EB"/>
                </a:solidFill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The Booming Sharing Economy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• The global sharing economy is experiencing exponential growth.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• Consumers increasingly prefer accessing over owning.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0"/>
            <a:ext cx="1920240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Lower Costs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For Renters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3200400"/>
            <a:ext cx="1920240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Utilization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Of Idle Assets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3200400"/>
            <a:ext cx="1920240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Sustainability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Eco-friendly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3200400"/>
            <a:ext cx="1920240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Passive Income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For Owners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563EB"/>
                </a:solidFill>
              </a:defRPr>
            </a:pPr>
            <a:r>
              <a:t>Competitive Advantage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286000" cy="2743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Features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Rent Online</a:t>
            </a:r>
            <a:br/>
            <a:r>
              <a:t>Booking Calendar</a:t>
            </a:r>
            <a:br/>
            <a:r>
              <a:t>Verified Reviews</a:t>
            </a:r>
            <a:br/>
            <a:r>
              <a:t>Secure Payments</a:t>
            </a:r>
            <a:br/>
            <a:r>
              <a:t>Owner Dashboard</a:t>
            </a:r>
            <a:br/>
            <a:r>
              <a:t>Rental History</a:t>
            </a:r>
            <a:br/>
            <a:r>
              <a:t>Availability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645920"/>
            <a:ext cx="1828800" cy="274320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OLX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Yes</a:t>
            </a:r>
            <a:br/>
            <a:r>
              <a:t>No</a:t>
            </a:r>
            <a:br/>
            <a:r>
              <a:t>No</a:t>
            </a:r>
            <a:br/>
            <a:r>
              <a:t>No</a:t>
            </a:r>
            <a:br/>
            <a:r>
              <a:t>No</a:t>
            </a:r>
            <a:br/>
            <a:r>
              <a:t>No</a:t>
            </a:r>
            <a:br/>
            <a:r>
              <a:t>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1645920"/>
            <a:ext cx="1828800" cy="274320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Local Shops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No</a:t>
            </a:r>
            <a:br/>
            <a:r>
              <a:t>No</a:t>
            </a:r>
            <a:br/>
            <a:r>
              <a:t>No</a:t>
            </a:r>
            <a:br/>
            <a:r>
              <a:t>No</a:t>
            </a:r>
            <a:br/>
            <a:r>
              <a:t>No</a:t>
            </a:r>
            <a:br/>
            <a:r>
              <a:t>Yes</a:t>
            </a:r>
            <a:br/>
            <a:r>
              <a:t>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645920"/>
            <a:ext cx="1828800" cy="274320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RentIt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Yes</a:t>
            </a:r>
            <a:br/>
            <a:r>
              <a:t>Yes</a:t>
            </a:r>
            <a:br/>
            <a:r>
              <a:t>Yes</a:t>
            </a:r>
            <a:br/>
            <a:r>
              <a:t>Yes</a:t>
            </a:r>
            <a:br/>
            <a:r>
              <a:t>Yes</a:t>
            </a:r>
            <a:br/>
            <a:r>
              <a:t>Yes</a:t>
            </a:r>
            <a:br/>
            <a:r>
              <a:t>Yes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563EB"/>
                </a:solidFill>
              </a:defRPr>
            </a:pPr>
            <a:r>
              <a:t>Revenue Streams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Platform Commission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2560320" y="18288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Featured Listings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4663440" y="18288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Premium Sellers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6766559" y="18288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Business Accounts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Delivery Charges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2560320" y="32004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Damage Protection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4663440" y="32004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Advertisement Space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563EB"/>
                </a:solidFill>
              </a:defRPr>
            </a:pPr>
            <a:r>
              <a:t>Business Model Canvas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92024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Key Partners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Strategic focus area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1645920"/>
            <a:ext cx="192024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Key Activities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Strategic focus 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645920"/>
            <a:ext cx="192024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Value Proposition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Strategic focus area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59" y="1645920"/>
            <a:ext cx="192024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Customer Segments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Strategic focus area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40"/>
            <a:ext cx="192024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Revenue Streams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Strategic focus area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3291840"/>
            <a:ext cx="192024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Cost Structure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Strategic focus area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3291840"/>
            <a:ext cx="192024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Channels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Strategic focus area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59" y="3291840"/>
            <a:ext cx="192024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Customer Relationships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Strategic focus area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563EB"/>
                </a:solidFill>
              </a:defRPr>
            </a:pPr>
            <a:r>
              <a:t>Platform Advantages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Passive Income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2560320" y="18288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Affordable Rentals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4663440" y="18288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Secure Marketplace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6766559" y="18288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Community Sharing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Reduced Waste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2560320" y="32004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Sustainability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4663440" y="32004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Easy Booking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6766559" y="32004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Scalable Business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563EB"/>
                </a:solidFill>
              </a:defRPr>
            </a:pPr>
            <a:r>
              <a:t>Technical Challenges Overcome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• Ensuring real-time availability to prevent double-bookings.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• Managing large image uploads securely without slowing down the platform.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• Building a seamless, intuitive dashboard for both renters and owners.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• Implementing a secure, state-based authentication system.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</a:defRPr>
            </a:pPr>
            <a:r>
              <a:t>• Designing a scalable database to handle future growth.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563EB"/>
                </a:solidFill>
              </a:defRPr>
            </a:pPr>
            <a:r>
              <a:t>Future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Phase 1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Mobile 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18288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Phase 2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GPS Nearby Rentals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8288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Phase 3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Digital Agreements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59" y="18288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Phase 4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Live Chat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Phase 5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Multi-language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32004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Phase 6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Delivery Integration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32004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Phase 7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Insurance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59" y="320040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Phase 8</a:t>
            </a:r>
            <a:br/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Business Rentals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563EB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i="1">
                <a:solidFill>
                  <a:srgbClr val="1E293B"/>
                </a:solidFill>
              </a:defRPr>
            </a:pPr>
            <a:r>
              <a:t>RentIt transforms unused products into earning opportunities while making expensive products affordable through secure peer-to-peer rentals. It promotes sustainability, affordability, and community-driven sharing with strong startup potential.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400">
                <a:solidFill>
                  <a:srgbClr val="2563EB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64748B"/>
                </a:solidFill>
              </a:defRPr>
            </a:pPr>
            <a:r>
              <a:t>Live Demo: https://rentit-marketplace.vercel.app</a:t>
            </a:r>
            <a:br/>
            <a:r>
              <a:t>GitHub: https://github.com/mscharan1810/RentIt</a:t>
            </a:r>
            <a:br/>
            <a:r>
              <a:t>Contact: owner@example.in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