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0EA5E9"/>
                </a:solidFill>
              </a:defRPr>
            </a:pPr>
            <a:r>
              <a:t>RentIt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2800">
                <a:solidFill>
                  <a:srgbClr val="F1F5F9"/>
                </a:solidFill>
              </a:defRPr>
            </a:pPr>
            <a:r>
              <a:t>"Why Buy When You Can Rent?"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A Secure Peer-to-Peer Rental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Why RentIt?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Millions of valuable products remain unused in homes.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People often buy expensive products for one-time use.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Renting saves money for consumers.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Owners earn passive income on idle assets.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RentIt connects both sides seamlessly.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Expensive items are purchased but rarely used.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Idle Assets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DSLR Cameras, Projectors, Camping Tents, Power Tools, Gaming Consoles, Speakers sit unused.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Fragmented Market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Finding trustworthy local rentals is difficult and lacks a unified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The Opportunity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Idle Assets + Temporary Needs = Massive Rental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A platform that allows users to securely rent products from nearby owners.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Owners generate passive income easily.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Renters save money instead of buying.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Promotes a sustainable, sharing-driven community.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Owner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Lists item</a:t>
            </a:r>
          </a:p>
        </p:txBody>
      </p:sp>
      <p:sp>
        <p:nvSpPr>
          <p:cNvPr id="5" name="Down Arrow 4"/>
          <p:cNvSpPr/>
          <p:nvPr/>
        </p:nvSpPr>
        <p:spPr>
          <a:xfrm>
            <a:off x="6492240" y="2194560"/>
            <a:ext cx="27432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265176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RentIt Platform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Secures transaction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492240" y="3474720"/>
            <a:ext cx="27432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393192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Renter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Enjoys item affordably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Business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Reduce unnecessary retail purchases.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Help owners monetize their unused assets.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Build a trusted, verified rental marketplace.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Promote sustainable and eco-friendly consumption.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Deliver a secure, seamless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Target Audience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Students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Freelancers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Photographers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Event Organizers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Small Businesses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Homeowners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Travelers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Content Creators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Secure Login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Item Listing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Booking Calendar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Wishlist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Ratings &amp; Reviews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Search &amp;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Owner Dashboard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Booking History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Notifications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QR Pickup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• 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097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React Frontend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4" name="Right Arrow 3"/>
          <p:cNvSpPr/>
          <p:nvPr/>
        </p:nvSpPr>
        <p:spPr>
          <a:xfrm>
            <a:off x="2011680" y="2743200"/>
            <a:ext cx="27432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097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Node.js API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6" name="Right Arrow 5"/>
          <p:cNvSpPr/>
          <p:nvPr/>
        </p:nvSpPr>
        <p:spPr>
          <a:xfrm>
            <a:off x="3200400" y="2743200"/>
            <a:ext cx="27432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1097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Express Server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8" name="Right Arrow 7"/>
          <p:cNvSpPr/>
          <p:nvPr/>
        </p:nvSpPr>
        <p:spPr>
          <a:xfrm>
            <a:off x="4389120" y="2743200"/>
            <a:ext cx="27432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1097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MongoDB Database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10" name="Right Arrow 9"/>
          <p:cNvSpPr/>
          <p:nvPr/>
        </p:nvSpPr>
        <p:spPr>
          <a:xfrm>
            <a:off x="5577840" y="2743200"/>
            <a:ext cx="27432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0" y="2286000"/>
            <a:ext cx="1097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Cloudinary Storage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12" name="Right Arrow 11"/>
          <p:cNvSpPr/>
          <p:nvPr/>
        </p:nvSpPr>
        <p:spPr>
          <a:xfrm>
            <a:off x="6766560" y="2743200"/>
            <a:ext cx="27432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1097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Authentication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React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Node.js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Express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MongoDB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JWT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Cloudinary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Vercel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Render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Database Entity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Robust NoSQL Document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Users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Items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Bookings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Reviews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Payments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1828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Categories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The User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1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2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Browse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3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View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4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Book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5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Pay Deposit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6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Pickup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7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Step 8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Platform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Renter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Browse Catalog</a:t>
            </a:r>
            <a:br/>
            <a:r>
              <a:t>Search &amp; Filter</a:t>
            </a:r>
            <a:br/>
            <a:r>
              <a:t>Request Booking</a:t>
            </a:r>
            <a:br/>
            <a:r>
              <a:t>Pay Deposit</a:t>
            </a:r>
            <a:br/>
            <a:r>
              <a:t>Leave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560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Owner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List New Item</a:t>
            </a:r>
            <a:br/>
            <a:r>
              <a:t>Manage Inventory</a:t>
            </a:r>
            <a:br/>
            <a:r>
              <a:t>Approve Requests</a:t>
            </a:r>
            <a:br/>
            <a:r>
              <a:t>Confirm Returns</a:t>
            </a:r>
            <a:br/>
            <a:r>
              <a:t>Rate Renters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Admin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User Management</a:t>
            </a:r>
            <a:br/>
            <a:r>
              <a:t>Dispute Resolution</a:t>
            </a:r>
            <a:br/>
            <a:r>
              <a:t>Platform Analytics</a:t>
            </a:r>
            <a:br/>
            <a:r>
              <a:t>Content Moderation</a:t>
            </a:r>
            <a:br/>
            <a:r>
              <a:t>Category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Application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Modern, Responsive, and Intuitive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Home &amp; Discovery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Search &amp; Filter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Product Details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Secure Booking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9184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Owner Dashboard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91840"/>
            <a:ext cx="2560320" cy="118872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Admin Panel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[ Interactive Interface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The Booming Sharing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The global sharing economy is experiencing exponential growth.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Consumers increasingly prefer accessing over owning.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9202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Lower Costs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For Renters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200400"/>
            <a:ext cx="19202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Utilization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Of Idle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200400"/>
            <a:ext cx="19202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Sustainability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Eco-friendly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200400"/>
            <a:ext cx="19202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Passive Income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For Owners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286000" cy="2743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Features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Rent Online</a:t>
            </a:r>
            <a:br/>
            <a:r>
              <a:t>Booking Calendar</a:t>
            </a:r>
            <a:br/>
            <a:r>
              <a:t>Verified Reviews</a:t>
            </a:r>
            <a:br/>
            <a:r>
              <a:t>Secure Payments</a:t>
            </a:r>
            <a:br/>
            <a:r>
              <a:t>Owner Dashboard</a:t>
            </a:r>
            <a:br/>
            <a:r>
              <a:t>Rental History</a:t>
            </a:r>
            <a:br/>
            <a:r>
              <a:t>Availability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45920"/>
            <a:ext cx="1828800" cy="2743200"/>
          </a:xfrm>
          <a:prstGeom prst="roundRect">
            <a:avLst/>
          </a:prstGeom>
          <a:solidFill>
            <a:srgbClr val="28141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OLX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Yes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45920"/>
            <a:ext cx="1828800" cy="2743200"/>
          </a:xfrm>
          <a:prstGeom prst="roundRect">
            <a:avLst/>
          </a:prstGeom>
          <a:solidFill>
            <a:srgbClr val="28141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Local Shops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Yes</a:t>
            </a:r>
            <a:br/>
            <a:r>
              <a:t>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1828800" cy="2743200"/>
          </a:xfrm>
          <a:prstGeom prst="roundRect">
            <a:avLst/>
          </a:prstGeom>
          <a:solidFill>
            <a:srgbClr val="143C1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RentIt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Revenue 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Platform Commission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Featured Listings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Premium Sellers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Business Accounts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Delivery Charges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Damage Protection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Advertisement Space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Business Model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Key Partners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64592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Key Activities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Value Proposition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64592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Customer Segments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Revenue Streams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9184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Cost Structure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9184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Channels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91840"/>
            <a:ext cx="192024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Customer Relationships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Strategic focus area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Platform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Passive Income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Affordable Rentals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Secure Marketplace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Community Sharing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Reduced Waste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Sustainability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Easy Booking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Scalable Business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Technical Challenges Overcome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Ensuring real-time availability to prevent double-bookings.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Managing large image uploads securely without slowing down the platform.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Building a seamless, intuitive dashboard for both renters and owners.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Implementing a secure, state-based authentication system.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</a:defRPr>
            </a:pPr>
            <a:r>
              <a:t>• Designing a scalable database to handle future growth.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1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2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GPS Nearby Rentals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3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Digital Agreements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4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Live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5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Multi-language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6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Delivery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7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Insurance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EA5E9"/>
                </a:solidFill>
              </a:defRPr>
            </a:pPr>
            <a:r>
              <a:t>Phase 8</a:t>
            </a:r>
            <a:br/>
          </a:p>
          <a:p>
            <a:pPr algn="ctr">
              <a:defRPr sz="1400">
                <a:solidFill>
                  <a:srgbClr val="F1F5F9"/>
                </a:solidFill>
              </a:defRPr>
            </a:pPr>
            <a:r>
              <a:t>Business Rentals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1F5F9"/>
                </a:solidFill>
              </a:defRPr>
            </a:pPr>
            <a:r>
              <a:t>RentIt transforms unused products into earning opportunities while making expensive products affordable through secure peer-to-peer rentals. It promotes sustainability, affordability, and community-driven sharing with strong startup potential.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0EA5E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1F5F9"/>
                </a:solidFill>
              </a:defRPr>
            </a:pPr>
            <a:r>
              <a:t>Live Demo: https://client-phi-blue.vercel.app</a:t>
            </a:r>
            <a:br/>
            <a:r>
              <a:t>GitHub: https://github.com/mscharan1810/RentIt</a:t>
            </a:r>
            <a:br/>
            <a:r>
              <a:t>Contact: owner@example.in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