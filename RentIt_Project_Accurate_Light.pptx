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RentIt Marketplace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r>
              <a:t>A Secure Peer-to-Peer Rental Platform</a:t>
            </a:r>
          </a:p>
          <a:p>
            <a:pPr>
              <a:defRPr>
                <a:solidFill>
                  <a:srgbClr val="64748B"/>
                </a:solidFill>
              </a:defRPr>
            </a:pPr>
          </a:p>
          <a:p>
            <a:pPr>
              <a:defRPr>
                <a:solidFill>
                  <a:srgbClr val="64748B"/>
                </a:solidFill>
              </a:defRPr>
            </a:pPr>
            <a:r>
              <a:t>Major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individuals purchase expensive items (like DSLRs, tents, or tools) for one-time use.</a:t>
            </a:r>
          </a:p>
          <a:p>
            <a:r>
              <a:t>These valuable assets sit idle in homes for the majority of their lifespan.</a:t>
            </a:r>
          </a:p>
          <a:p>
            <a:r>
              <a:t>Meanwhile, other people need these items temporarily but cannot afford to buy them new.</a:t>
            </a:r>
          </a:p>
          <a:p>
            <a:r>
              <a:t>There is a lack of a centralized, secure platform to connect local owners with renters.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RentIt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RentIt is a full-stack MERN web application that facilitates secure peer-to-peer rentals.</a:t>
            </a:r>
          </a:p>
          <a:p>
            <a:r>
              <a:t>Owners can list their idle assets on the platform to generate passive income.</a:t>
            </a:r>
          </a:p>
          <a:p>
            <a:r>
              <a:t>Renters can search, filter, and request bookings for items they need temporarily.</a:t>
            </a:r>
          </a:p>
          <a:p>
            <a:r>
              <a:t>The platform manages the workflow from booking request to owner approval and final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Authentication &amp; Security</a:t>
            </a:r>
          </a:p>
          <a:p>
            <a:r>
              <a:t>  • JWT-based user login and registration</a:t>
            </a:r>
          </a:p>
          <a:p>
            <a:r>
              <a:t>  • Protected API routes</a:t>
            </a:r>
          </a:p>
          <a:p/>
          <a:p>
            <a:r>
              <a:t>Item Management (CRUD)</a:t>
            </a:r>
          </a:p>
          <a:p>
            <a:r>
              <a:t>  • Owners can upload item details and images</a:t>
            </a:r>
          </a:p>
          <a:p>
            <a:r>
              <a:t>  • Edit and delete functionality for active listings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Booking Workflow</a:t>
            </a:r>
          </a:p>
          <a:p>
            <a:r>
              <a:t>  • Renters select dates and submit requests</a:t>
            </a:r>
          </a:p>
          <a:p>
            <a:r>
              <a:t>  • Owners approve or reject requests</a:t>
            </a:r>
          </a:p>
          <a:p>
            <a:r>
              <a:t>  • Renters can cancel pending bookings</a:t>
            </a:r>
          </a:p>
          <a:p/>
          <a:p>
            <a:r>
              <a:t>Feedback System</a:t>
            </a:r>
          </a:p>
          <a:p>
            <a:r>
              <a:t>  • Renters leave ratings and reviews after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UI: User Authentication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pPr>
              <a:spcAft>
                <a:spcPts val="1000"/>
              </a:spcAft>
              <a:defRPr>
                <a:solidFill>
                  <a:srgbClr val="334155"/>
                </a:solidFill>
                <a:latin typeface="Arial"/>
              </a:defRPr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Secure JWT-based authentication system.</a:t>
            </a:r>
          </a:p>
          <a:p>
            <a:r>
              <a:t>Separates users securely via encrypted passwords.</a:t>
            </a:r>
          </a:p>
          <a:p>
            <a:r>
              <a:t>Responsive glassmorphism design for optimal user experience.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UI: Discovery &amp; Browsing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pPr>
              <a:spcAft>
                <a:spcPts val="1000"/>
              </a:spcAft>
              <a:defRPr>
                <a:solidFill>
                  <a:srgbClr val="334155"/>
                </a:solidFill>
                <a:latin typeface="Arial"/>
              </a:defRPr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Dynamic React frontend.</a:t>
            </a:r>
          </a:p>
          <a:p>
            <a:r>
              <a:t>Users can filter items by category.</a:t>
            </a:r>
          </a:p>
          <a:p>
            <a:r>
              <a:t>Responsive grid layout displaying item images, prices, and locations.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UI: Owner Dashboard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pPr>
              <a:spcAft>
                <a:spcPts val="1000"/>
              </a:spcAft>
              <a:defRPr>
                <a:solidFill>
                  <a:srgbClr val="334155"/>
                </a:solidFill>
                <a:latin typeface="Arial"/>
              </a:defRPr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Centralized dashboard for managing assets.</a:t>
            </a:r>
          </a:p>
          <a:p>
            <a:r>
              <a:t>View incoming booking requests from renters.</a:t>
            </a:r>
          </a:p>
          <a:p>
            <a:r>
              <a:t>One-click 'Approve' or 'Reject' actions linked directly to the database.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(MERN)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React.js, React Router, Axios, CSS (Glassmorphism UI)</a:t>
            </a:r>
          </a:p>
          <a:p>
            <a:r>
              <a:t>Backend: Node.js, Express.js</a:t>
            </a:r>
          </a:p>
          <a:p>
            <a:r>
              <a:t>Database: MongoDB Atlas (Cloud NoSQL Database), Mongoose ODM</a:t>
            </a:r>
          </a:p>
          <a:p>
            <a:r>
              <a:t>Storage: Cloudinary API (Secure Image Hosting)</a:t>
            </a:r>
          </a:p>
          <a:p>
            <a:r>
              <a:t>Security: JSON Web Tokens (JWT), Bcrypt Password Hashing</a:t>
            </a:r>
          </a:p>
          <a:p>
            <a:r>
              <a:t>Deployment: Vercel (Hosting for both Client and Serverless API)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relies on a decoupled Client-Server architecture.</a:t>
            </a:r>
          </a:p>
          <a:p>
            <a:r>
              <a:t>The React SPA communicates with the Express backend via RESTful APIs.</a:t>
            </a:r>
          </a:p>
          <a:p>
            <a:r>
              <a:t>All data is persistently stored in MongoDB Atlas, replacing local databases.</a:t>
            </a:r>
          </a:p>
          <a:p>
            <a:r>
              <a:t>To handle Vercel's Serverless environment, the backend API is configured to export the Express app directly.</a:t>
            </a:r>
          </a:p>
          <a:p>
            <a:r>
              <a:t>Environment variables secure the MongoDB URI and JWT secrets in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RentIt: Empowering communities through peer-to-peer sharing.</a:t>
            </a:r>
          </a:p>
          <a:p>
            <a:pPr>
              <a:defRPr sz="2000">
                <a:solidFill>
                  <a:srgbClr val="64748B"/>
                </a:solidFill>
              </a:defRPr>
            </a:pP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Live Demo: https://rentit-marketplace.vercel.app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GitHub: https://github.com/mscharan1810/RentIt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