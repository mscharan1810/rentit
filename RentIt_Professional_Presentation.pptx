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RentIt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A8FF"/>
                </a:solidFill>
                <a:latin typeface="Segoe UI"/>
              </a:defRPr>
            </a:pPr>
            <a:r>
              <a:t>Next-Generation P2P Rental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Underutilization of Assets: High-value items (tools, gear) sit idle 90% of the time.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Financial Inefficiency: Consumers bear high ownership costs for single-use purposes.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Trust Deficit: Existing local marketplaces lack verification, reliable reviews, and secure booking.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Environmental Impact: Rampant consumerism contributes heavily to global carbon footprints.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Unified P2P Marketplace: A centralized ecosystem connecting local owners and renters.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Secure &amp; Verified: Built-in authentication and transaction security protocols.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Dynamic Asset Monetization: Allows individuals to passively earn from idle assets.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Community-Driven Trust: Transparent rating and review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Architect a highly scalable MERN stack web application with robust APIs.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Deliver a seamless, premium, glassmorphism-inspired User Interface.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Implement fail-safe JWT authentication and secure routing.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Establish a scalable NoSQL database schema for complex relational entities.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Target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Asset Owners: Individuals seeking secondary income streams.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Cost-Conscious Renters: Users needing premium tools/gear without premium costs.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Students &amp; Freelancers: Demographics requiring short-term access to specialized equipment.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Eco-conscious Communities: Groups actively participating in the circular economy.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JWT-Secured Authorization &amp; Role-based Access.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Real-time Inventory Search with Multi-parameter Filtering.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Interactive Owner Dashboards for Revenue &amp; Booking Management.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Responsive, Mobile-First UI Architecture.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Integrated Image Processing &amp; Cloud Storage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2743200" cy="1828800"/>
          </a:xfrm>
          <a:prstGeom prst="rect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Frontend (React/Vite)</a:t>
            </a:r>
          </a:p>
          <a:p>
            <a:pPr algn="ctr">
              <a:defRPr sz="1400">
                <a:solidFill>
                  <a:srgbClr val="00A8FF"/>
                </a:solidFill>
              </a:defRPr>
            </a:pPr>
            <a:r>
              <a:t>Client UI, Responsive Views, State Mgmt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06240" y="3474720"/>
            <a:ext cx="274320" cy="365760"/>
          </a:xfrm>
          <a:prstGeom prst="rightArrow">
            <a:avLst/>
          </a:prstGeom>
          <a:solidFill>
            <a:srgbClr val="00A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2743200"/>
            <a:ext cx="2743200" cy="1828800"/>
          </a:xfrm>
          <a:prstGeom prst="rect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RESTful API (Node/Express)</a:t>
            </a:r>
          </a:p>
          <a:p>
            <a:pPr algn="ctr">
              <a:defRPr sz="1400">
                <a:solidFill>
                  <a:srgbClr val="00A8FF"/>
                </a:solidFill>
              </a:defRPr>
            </a:pPr>
            <a:r>
              <a:t>Controllers, Auth Middleware, Routing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06640" y="3474720"/>
            <a:ext cx="274320" cy="365760"/>
          </a:xfrm>
          <a:prstGeom prst="rightArrow">
            <a:avLst/>
          </a:prstGeom>
          <a:solidFill>
            <a:srgbClr val="00A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2743200"/>
            <a:ext cx="2743200" cy="1828800"/>
          </a:xfrm>
          <a:prstGeom prst="rect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Database (MongoDB Atlas)</a:t>
            </a:r>
          </a:p>
          <a:p>
            <a:pPr algn="ctr">
              <a:defRPr sz="1400">
                <a:solidFill>
                  <a:srgbClr val="00A8FF"/>
                </a:solidFill>
              </a:defRPr>
            </a:pPr>
            <a:r>
              <a:t>NoSQL, Mongoose Schemas, Cloud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Enterprise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Frontend Layer: React.js (Vite), React Router DOM, Custom Vanilla CSS.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Backend Layer: Node.js, Express.js HTTP Server.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Database Layer: MongoDB (Atlas Cluster), Mongoose Object Data Modeling.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Security &amp; Auth: JSON Web Tokens (JWT), bcryptjs for cryptographic hashing.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Deployment Strategy: Vercel (Frontend edge network), Render (Backend services).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Users: Schema mapping authentication credentials, profiles, and transactional history.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Items: Indexed schema containing pricing algorithms, availability status, and owner references.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Bookings: Relational mapping between Users and Items with temporal state management.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Reviews: Feedback schema aggregated for user/item trust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Workflow &amp;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Registration</a:t>
            </a:r>
            <a:br/>
            <a:r>
              <a:t>&amp; Verification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List Item</a:t>
            </a:r>
            <a:br/>
            <a:r>
              <a:t>(Set Price/Dates)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Search &amp; Match</a:t>
            </a:r>
            <a:br/>
            <a:r>
              <a:t>(Renters Find Items)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Secure Booking</a:t>
            </a:r>
            <a:br/>
            <a:r>
              <a:t>&amp; Payment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Rental Period</a:t>
            </a:r>
            <a:br/>
            <a:r>
              <a:t>&amp; Return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92640" y="3108960"/>
            <a:ext cx="274320" cy="365760"/>
          </a:xfrm>
          <a:prstGeom prst="rightArrow">
            <a:avLst/>
          </a:prstGeom>
          <a:solidFill>
            <a:srgbClr val="192A5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0" y="2743200"/>
            <a:ext cx="1463040" cy="1097280"/>
          </a:xfrm>
          <a:prstGeom prst="roundRect">
            <a:avLst/>
          </a:prstGeom>
          <a:solidFill>
            <a:srgbClr val="00A8FF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Rating &amp; 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Identity Management: Secure onboarding, JWT lifecycle, profile management.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Asset Management: CRUD operations for item listings, dynamic state updates.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Discovery Engine: Optimized search, category filtering, availability checks.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Transaction Processing: Booking initiation, lifecycle tracking, approval matrix.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Interface: Landing Page</a:t>
            </a:r>
          </a:p>
        </p:txBody>
      </p:sp>
      <p:pic>
        <p:nvPicPr>
          <p:cNvPr id="4" name="Picture 3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1352" cy="479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F3640"/>
                </a:solidFill>
              </a:defRPr>
            </a:pPr>
            <a:r>
              <a:t>Vibrant, glassmorphism-inspired landing page highlighting featured assets.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Interface: Authentication</a:t>
            </a:r>
          </a:p>
        </p:txBody>
      </p:sp>
      <p:pic>
        <p:nvPicPr>
          <p:cNvPr id="4" name="Picture 3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1352" cy="479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F3640"/>
                </a:solidFill>
              </a:defRPr>
            </a:pPr>
            <a:r>
              <a:t>Secure login portal with field validation and immediate error handling.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Interface: Registration</a:t>
            </a:r>
          </a:p>
        </p:txBody>
      </p:sp>
      <p:pic>
        <p:nvPicPr>
          <p:cNvPr id="4" name="Picture 3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1352" cy="479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943600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F3640"/>
                </a:solidFill>
              </a:defRPr>
            </a:pPr>
            <a:r>
              <a:t>Streamlined user onboarding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Strategic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Transaction Commission: 8% platform fee on all successfully completed rentals.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Promoted Listings: Tiered micro-transactions for owners to boost item visibility.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Premium Subscriptions: 'Pro' tier for businesses listing 50+ items.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Damage Protection: Optional insurance markup at checkout.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Economic Efficiency: Unlocks capital tied up in idle personal assets.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Rapid Scalability: Component-driven frontend and decoupled backend APIs.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Superior UX/UI: Premium visual aesthetics driving higher user retention.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Sustainable Impact: Actively promotes the global circular economy.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Technical Challenges &amp;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State Synchronization: Implemented React Context for global state predictability.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Secure Token Storage: Shifted JWTs to HttpOnly cookies for XSS mitigation.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Responsive Data Tables: Designed mobile-first CSS grids for complex owner dashboards.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Asynchronous Validations: Utilized Mongoose middleware for pre-save data integrity.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Payment Gateway Integration (Stripe/PayPal) for automated fund escrow.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Real-time WebSocket Chat (Socket.io) for instant owner-renter communication.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AI-Driven Recommendations: Suggesting items based on behavioral clustering.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Cross-Platform Mobile Application using React Native.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RentIt successfully proves the technical viability of a modern P2P marketplace.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The MERN stack facilitated rapid, full-stack iteration without performance bottlenecks.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The platform is enterprise-ready, scalable, and visually competitive.</a:t>
            </a:r>
          </a:p>
          <a:p>
            <a:pPr>
              <a:spcAft>
                <a:spcPts val="2000"/>
              </a:spcAft>
              <a:defRPr sz="2400">
                <a:solidFill>
                  <a:srgbClr val="2F3640"/>
                </a:solidFill>
                <a:latin typeface="Segoe UI"/>
              </a:defRPr>
            </a:pPr>
            <a:r>
              <a:t>• Foundation is fully prepared for cloud deployment and commercial launch.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00A8FF"/>
                </a:solidFill>
                <a:latin typeface="Segoe UI"/>
              </a:defRPr>
            </a:pPr>
            <a:r>
              <a:t>Opening the floor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