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"Why Buy When You Can Rent?"</a:t>
            </a:r>
          </a:p>
          <a:p/>
          <a:p>
            <a:r>
              <a:t>A Secure Peer-to-Peer Rental Marketplace</a:t>
            </a:r>
          </a:p>
          <a:p>
            <a:r>
              <a:t>Major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Idle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Underutilized Equipment</a:t>
            </a:r>
          </a:p>
          <a:p>
            <a:r>
              <a:t>People purchase expensive items (DSLRs, power tools, tents) for one-time use. These valuable assets sit idle in homes for the majority of their lifespan.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High Costs for Renters</a:t>
            </a:r>
          </a:p>
          <a:p>
            <a:r>
              <a:t>Others need these items temporarily but cannot afford to buy them new. Existing rental shops are expensive, limited in stock, and lack peer-to-peer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RentIt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For Owners</a:t>
            </a:r>
          </a:p>
          <a:p>
            <a:r>
              <a:t>List idle assets seamlessly. Review requests, approve renters, and generate passive income safely.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For Renters</a:t>
            </a:r>
          </a:p>
          <a:p>
            <a:r>
              <a:t>Search categories, request bookings, and access necessary items temporarily at a fraction of retail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Students: Need cameras, projectors, or event gear cheaply.</a:t>
            </a:r>
          </a:p>
          <a:p>
            <a:r>
              <a:t>• Freelancers: Photographers needing specialized lenses.</a:t>
            </a:r>
          </a:p>
          <a:p>
            <a:r>
              <a:t>• Travelers: Needing camping tents for a weekend.</a:t>
            </a:r>
          </a:p>
          <a:p>
            <a:r>
              <a:t>• Homeowners: Occasional DIYers needing power tools.</a:t>
            </a:r>
          </a:p>
          <a:p/>
          <a:p>
            <a:r>
              <a:t>A hyper-local marketplace catering to short-term community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UI: React.js (Vercel Edge Network)</a:t>
            </a:r>
          </a:p>
          <a:p>
            <a:r>
              <a:t>• Backend API: Node.js &amp; Express (Vercel Serverless)</a:t>
            </a:r>
          </a:p>
          <a:p>
            <a:r>
              <a:t>• Database: MongoDB Atlas (Cloud Cluster)</a:t>
            </a:r>
          </a:p>
          <a:p>
            <a:r>
              <a:t>• Storage: Cloudinary (Image Hosting)</a:t>
            </a:r>
          </a:p>
          <a:p>
            <a:r>
              <a:t>• Security: JWT &amp; Bcrypt Hashing</a:t>
            </a:r>
          </a:p>
          <a:p>
            <a:r>
              <a:t>• Styling: Custom CSS (Glassmorphism)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Users: Stores names, emails, encrypted passwords, and user IDs.</a:t>
            </a:r>
          </a:p>
          <a:p/>
          <a:p>
            <a:r>
              <a:t>• Items: Asset title, price, description, images, and Owner ID ref.</a:t>
            </a:r>
          </a:p>
          <a:p/>
          <a:p>
            <a:r>
              <a:t>• Bookings: Start/End dates, status (Pending/Approved), Renter &amp; Item 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Secure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Users (both renters and owners) authenticate using encrypted credentials. A JWT token is stored securely to maintain the session.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Item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The React frontend displays available items dynamically. Users can browse pricing, locations, and high-quality images.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Search &amp;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Renters can narrow down inventory quickly using search terms (e.g. "tents") or category filters, syncing with URL parameters.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Item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Clicking on an item reveals in-depth information, descriptions, user reviews, and the form required to request a booking.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item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Creating a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Renters easily select their desired rental dates on the calendar and submit a booking request securely to the item's owner.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Renter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Renters can track all their active and pending rental requests, cancel bookings, and leave reviews upon completion.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renter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Creating a 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Owners utilize a clean, responsive form to add new assets. Data is validated on the client side, and images are pushed directly to Cloudinary.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dd_i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Owner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The centralized hub. Owners can track active listings and instantly approve or reject incoming booking requests from renters.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owner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local communities through sustainable sharing.</a:t>
            </a:r>
          </a:p>
          <a:p/>
          <a:p>
            <a:r>
              <a:t>Live Platform: https://rentit-marketplace.vercel.app</a:t>
            </a:r>
          </a:p>
          <a:p>
            <a:r>
              <a:t>Source Code: https://github.com/mscharan1810/RentIt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