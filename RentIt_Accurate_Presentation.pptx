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RentIt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A8FF"/>
                </a:solidFill>
                <a:latin typeface="Segoe UI"/>
              </a:defRPr>
            </a:pPr>
            <a:r>
              <a:t>Local Peer-to-Peer Rental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Underutilization of Assets: High-value items (tools, gear) sit idle in homes most of the year.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Financial Burden: Consumers bear high costs purchasing items they only need once or twice.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Lack of Local Connection: Hard to find a structured way to borrow items securely from neighbors.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Environmental Waste: Constantly buying single-use items contributes heavily to landfill waste.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A localized Peer-to-Peer Marketplace connecting neighbors to share resources.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Completely free-to-use platform facilitating direct, in-person item exchanges.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Secure digital booking requests allowing owners to review renter profiles before accepting.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Integrated review and rating system ensuring accountability and community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To build a fully functional MERN stack application tailored for local communities.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To create a clean, responsive UI that makes browsing and listing items effortless.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To implement robust user authentication to protect user identities and data.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To establish a reliable database architecture for managing users, items, and bookings.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Target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Local Item Owners: People wanting to help their community while monetizing unused items offline.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Cost-Conscious Renters: Individuals needing short-term access to tools without buying them.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Students &amp; Freelancers: Demographics requiring temporary access to specialized equipment.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Eco-conscious Citizens: Groups actively participating in the circular economy to reduce waste.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JWT-Secured Authorization (Login/Registration).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Dynamic Item Listings with image support and detailed descriptions.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Interactive Owner and Renter Dashboards to track booking requests.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Search functionality to discover items by category.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Direct offline transaction model—no hidden fees or integrated payment hurdles.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2743200" cy="1828800"/>
          </a:xfrm>
          <a:prstGeom prst="rect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Frontend (React/Vite)</a:t>
            </a:r>
          </a:p>
          <a:p>
            <a:pPr algn="ctr">
              <a:defRPr sz="1400">
                <a:solidFill>
                  <a:srgbClr val="00A8FF"/>
                </a:solidFill>
              </a:defRPr>
            </a:pPr>
            <a:r>
              <a:t>Client UI, React Router, Custom CSS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06240" y="3474720"/>
            <a:ext cx="274320" cy="365760"/>
          </a:xfrm>
          <a:prstGeom prst="rightArrow">
            <a:avLst/>
          </a:prstGeom>
          <a:solidFill>
            <a:srgbClr val="00A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2743200"/>
            <a:ext cx="2743200" cy="1828800"/>
          </a:xfrm>
          <a:prstGeom prst="rect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REST API (Node/Express)</a:t>
            </a:r>
          </a:p>
          <a:p>
            <a:pPr algn="ctr">
              <a:defRPr sz="1400">
                <a:solidFill>
                  <a:srgbClr val="00A8FF"/>
                </a:solidFill>
              </a:defRPr>
            </a:pPr>
            <a:r>
              <a:t>Controllers, Auth Middleware, Routing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06640" y="3474720"/>
            <a:ext cx="274320" cy="365760"/>
          </a:xfrm>
          <a:prstGeom prst="rightArrow">
            <a:avLst/>
          </a:prstGeom>
          <a:solidFill>
            <a:srgbClr val="00A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2743200"/>
            <a:ext cx="2743200" cy="1828800"/>
          </a:xfrm>
          <a:prstGeom prst="rect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Database (MongoDB)</a:t>
            </a:r>
          </a:p>
          <a:p>
            <a:pPr algn="ctr">
              <a:defRPr sz="1400">
                <a:solidFill>
                  <a:srgbClr val="00A8FF"/>
                </a:solidFill>
              </a:defRPr>
            </a:pPr>
            <a:r>
              <a:t>NoSQL, Mongoose Schemas, Local/Atlas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Frontend: React.js (Vite), React Router DOM, Custom Vanilla CSS.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Backend: Node.js, Express.js REST API.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Database: MongoDB, Mongoose Object Data Modeling.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Security: JSON Web Tokens (JWT) for sessions, bcryptjs for password hashing.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Users Collection: Stores credentials, names, and contact information.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Items Collection: Stores item details, daily rates, and references the Owner's ID.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Bookings Collection: Links Renters to Items, tracking dates and Request Status (Pending/Approved).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Reviews Collection: Allows users to leave feedback tied to specific items and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Workflow &amp;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User Registration</a:t>
            </a:r>
            <a:br/>
            <a:r>
              <a:t>&amp; Login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7744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Owner Lists Item</a:t>
            </a:r>
            <a:br>
              <a:rPr dirty="0"/>
            </a:br>
            <a:r>
              <a:rPr dirty="0"/>
              <a:t>(Price/Detail)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768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Renter Searches</a:t>
            </a:r>
            <a:br/>
            <a:r>
              <a:t>&amp; Discovers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Renter Submits</a:t>
            </a:r>
            <a:br/>
            <a:r>
              <a:t>Booking Request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3816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In-Person Handover</a:t>
            </a:r>
            <a:br/>
            <a:r>
              <a:t>&amp; Offline Payment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9264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Platform Rating</a:t>
            </a:r>
            <a:br/>
            <a:r>
              <a:t>&amp; Reviews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Authentication Module: Secure onboarding and session management.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Item Management Module: CRUD operations for owners to manage their local inventory.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Discovery Module: Browsing interface allowing renters to view available items.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Booking Module: System to request dates and for owners to approve/reject requests.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Interface: Landing Page</a:t>
            </a:r>
          </a:p>
        </p:txBody>
      </p:sp>
      <p:pic>
        <p:nvPicPr>
          <p:cNvPr id="4" name="Picture 3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31352" cy="4798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94360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F3640"/>
                </a:solidFill>
              </a:defRPr>
            </a:pPr>
            <a:r>
              <a:t>Vibrant landing page highlighting featured assets available in the community.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Interface: Authentication</a:t>
            </a:r>
          </a:p>
        </p:txBody>
      </p:sp>
      <p:pic>
        <p:nvPicPr>
          <p:cNvPr id="4" name="Picture 3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31352" cy="4798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94360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F3640"/>
                </a:solidFill>
              </a:defRPr>
            </a:pPr>
            <a:r>
              <a:t>Secure login portal with field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Interface: Registration</a:t>
            </a:r>
          </a:p>
        </p:txBody>
      </p:sp>
      <p:pic>
        <p:nvPicPr>
          <p:cNvPr id="4" name="Picture 3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31352" cy="4798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94360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F3640"/>
                </a:solidFill>
              </a:defRPr>
            </a:pPr>
            <a:r>
              <a:t>Streamlined user onboarding 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Platform &amp;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Zero-Commission Community Platform: RentIt is built as a free utility for local neighborhoods.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No Online Payments: All financial transactions are handled offline, directly between users.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No App Earnings: The platform takes 0% commission, maximizing value for the community.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Value Proposition: Success is measured by community engagement and resource sharing, not direct profit.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Platform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Frictionless Onboarding: No need to link credit cards or bank accounts to join.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Direct Community Building: Encourages face-to-face interactions during handovers.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100% Free: Owners keep all the money they make; renters pay no service fees.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Sustainable Impact: Actively promotes the global circular economy by reducing mass production.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Technical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Challenge: Securing user routes. Solution: Implemented custom JWT verification middleware.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Challenge: Managing relational data in NoSQL. Solution: Used Mongoose populate() for Bookings.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Challenge: Handling dates accurately. Solution: Normalized start and end dates in the Booking schema.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Challenge: Password Security. Solution: Integrated bcrypt to hash passwords before database insertion.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In-App Messaging: Adding Socket.io to allow users to chat and coordinate handovers.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Location Services: Integrating Google Maps API to search items strictly by neighborhood radius.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Optional Premium Features: Potential future introduction of promoted listings for power-users.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Online Payment Gateway: Future integration of Stripe for users who prefer digital escrow.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RentIt successfully proves the technical viability of a modern P2P marketplace.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By removing online payment friction, it fosters direct community trust and interaction.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The MERN stack facilitated rapid, full-stack iteration without performance bottlenecks.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The platform stands as a complete, secure, and robust foundation for local sharing economies.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A8FF"/>
                </a:solidFill>
                <a:latin typeface="Segoe UI"/>
              </a:defRPr>
            </a:pPr>
            <a:r>
              <a:t>Opening the floor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946</Words>
  <Application>Microsoft Office PowerPoint</Application>
  <PresentationFormat>Widescreen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Charan Mannepalli</cp:lastModifiedBy>
  <cp:revision>2</cp:revision>
  <dcterms:created xsi:type="dcterms:W3CDTF">2013-01-27T09:14:16Z</dcterms:created>
  <dcterms:modified xsi:type="dcterms:W3CDTF">2026-07-08T07:46:49Z</dcterms:modified>
  <cp:category/>
</cp:coreProperties>
</file>