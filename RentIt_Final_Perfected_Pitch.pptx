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r>
              <a:t>"Why Buy When You Can Rent?"</a:t>
            </a:r>
          </a:p>
          <a:p>
            <a:pPr>
              <a:defRPr>
                <a:solidFill>
                  <a:srgbClr val="64748B"/>
                </a:solidFill>
              </a:defRPr>
            </a:pPr>
          </a:p>
          <a:p>
            <a:pPr>
              <a:defRPr>
                <a:solidFill>
                  <a:srgbClr val="64748B"/>
                </a:solidFill>
              </a:defRPr>
            </a:pPr>
            <a:r>
              <a:t>A Secure Peer-to-Peer Rental Marketplace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RentIt?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Millions of valuable products remain unused in homes.</a:t>
            </a:r>
          </a:p>
          <a:p>
            <a:r>
              <a:t>People often buy expensive products for one-time use.</a:t>
            </a:r>
          </a:p>
          <a:p>
            <a:r>
              <a:t>Renting saves money for consumers.</a:t>
            </a:r>
          </a:p>
          <a:p>
            <a:r>
              <a:t>Owners earn passive income on idle assets.</a:t>
            </a:r>
          </a:p>
          <a:p>
            <a:r>
              <a:t>RentIt connects both sides seamlessly.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Idle Assets</a:t>
            </a:r>
          </a:p>
          <a:p>
            <a:r>
              <a:t>DSLR Cameras, Camping Tents, Power Tools, and Speakers sit unused in homes.</a:t>
            </a:r>
          </a:p>
          <a:p/>
          <a:p>
            <a:r>
              <a:t>Fragmented Market</a:t>
            </a:r>
          </a:p>
          <a:p>
            <a:r>
              <a:t>Finding trustworthy local rentals is difficult and lacks a unified platform.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The Core Issue</a:t>
            </a:r>
          </a:p>
          <a:p>
            <a:r>
              <a:t>People purchase expensive items but use them only a few times.</a:t>
            </a:r>
          </a:p>
          <a:p/>
          <a:p>
            <a:r>
              <a:t>The Opportunity</a:t>
            </a:r>
          </a:p>
          <a:p>
            <a:r>
              <a:t>Idle Assets + Temporary Needs = Massive Rental Opportunity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RentIt allows users to securely rent products from nearby owners through a trusted marketplace.</a:t>
            </a:r>
          </a:p>
          <a:p>
            <a:r>
              <a:t>Owners generate passive income easily.</a:t>
            </a:r>
          </a:p>
          <a:p>
            <a:r>
              <a:t>Renters save money instead of buying.</a:t>
            </a:r>
          </a:p>
          <a:p>
            <a:r>
              <a:t>Community sharing increases and promotes sustainability.</a:t>
            </a:r>
          </a:p>
          <a:p/>
          <a:p>
            <a:r>
              <a:t>Owner  ➔  RentIt Platform  ➔  Renter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unnecessary retail purchases.</a:t>
            </a:r>
          </a:p>
          <a:p>
            <a:r>
              <a:t>Help owners monetize their unused assets.</a:t>
            </a:r>
          </a:p>
          <a:p>
            <a:r>
              <a:t>Build a trusted, verified rental marketplace.</a:t>
            </a:r>
          </a:p>
          <a:p>
            <a:r>
              <a:t>Promote sustainable and eco-friendly consumption.</a:t>
            </a:r>
          </a:p>
          <a:p>
            <a:r>
              <a:t>Deliver a secure, seamless user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Students</a:t>
            </a:r>
          </a:p>
          <a:p>
            <a:r>
              <a:t>Freelancers</a:t>
            </a:r>
          </a:p>
          <a:p>
            <a:r>
              <a:t>Photographers</a:t>
            </a:r>
          </a:p>
          <a:p>
            <a:r>
              <a:t>Event Organizers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Small Businesses</a:t>
            </a:r>
          </a:p>
          <a:p>
            <a:r>
              <a:t>Homeowners</a:t>
            </a:r>
          </a:p>
          <a:p>
            <a:r>
              <a:t>Travelers</a:t>
            </a:r>
          </a:p>
          <a:p>
            <a:r>
              <a:t>Content Creators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Secure Login &amp; Registration</a:t>
            </a:r>
          </a:p>
          <a:p>
            <a:r>
              <a:t>Peer-to-Peer Item Listing</a:t>
            </a:r>
          </a:p>
          <a:p>
            <a:r>
              <a:t>Search &amp; Category Filters</a:t>
            </a:r>
          </a:p>
          <a:p>
            <a:r>
              <a:t>Direct Booking Requests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Owner Approval Dashboard</a:t>
            </a:r>
          </a:p>
          <a:p>
            <a:r>
              <a:t>Renter Booking History</a:t>
            </a:r>
          </a:p>
          <a:p>
            <a:r>
              <a:t>Ratings &amp; Reviews System</a:t>
            </a:r>
          </a:p>
          <a:p>
            <a:r>
              <a:t>Offline Payment Confirmation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Frontend (Vercel)</a:t>
            </a:r>
          </a:p>
          <a:p>
            <a:r>
              <a:t>  ➔ Node.js / Express API (Vercel Serverless)</a:t>
            </a:r>
          </a:p>
          <a:p>
            <a:r>
              <a:t>      ➔ MongoDB Atlas (Cloud Database)</a:t>
            </a:r>
          </a:p>
          <a:p>
            <a:r>
              <a:t>          ➔ Cloudinary (Image Storage)</a:t>
            </a:r>
          </a:p>
          <a:p>
            <a:r>
              <a:t>              ➔ JSON Web Tokens (Authentication)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Frontend</a:t>
            </a:r>
          </a:p>
          <a:p>
            <a:r>
              <a:t>React.js (UI Framework)</a:t>
            </a:r>
          </a:p>
          <a:p>
            <a:r>
              <a:t>Vercel (Hosting)</a:t>
            </a:r>
          </a:p>
          <a:p/>
          <a:p>
            <a:r>
              <a:t>Backend</a:t>
            </a:r>
          </a:p>
          <a:p>
            <a:r>
              <a:t>Node.js &amp; Express (API)</a:t>
            </a:r>
          </a:p>
          <a:p>
            <a:r>
              <a:t>Vercel Serverless Functions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Database &amp; Storage</a:t>
            </a:r>
          </a:p>
          <a:p>
            <a:r>
              <a:t>MongoDB Atlas (NoSQL DB)</a:t>
            </a:r>
          </a:p>
          <a:p>
            <a:r>
              <a:t>Cloudinary (Media Hosting)</a:t>
            </a:r>
          </a:p>
          <a:p/>
          <a:p>
            <a:r>
              <a:t>Security</a:t>
            </a:r>
          </a:p>
          <a:p>
            <a:r>
              <a:t>JWT (Authentication)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Entity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Collection (Profiles, Passwords, Contact Info)</a:t>
            </a:r>
          </a:p>
          <a:p>
            <a:r>
              <a:t>Items Collection (Listings, Prices, Descriptions, Owner Reference)</a:t>
            </a:r>
          </a:p>
          <a:p>
            <a:r>
              <a:t>Bookings Collection (Rental Dates, Status, Approvals, Relationships)</a:t>
            </a:r>
          </a:p>
          <a:p>
            <a:r>
              <a:t>Reviews Collection (Ratings, Comments, User &amp; Item References)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The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Register  ➔  Browse Items  ➔  View Details  ➔  Request Booking  ➔  Owner Approves  ➔  Pickup  ➔  Return  ➔ 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Renter Module</a:t>
            </a:r>
          </a:p>
          <a:p>
            <a:r>
              <a:t>Browse Catalog</a:t>
            </a:r>
          </a:p>
          <a:p>
            <a:r>
              <a:t>Search &amp; Filter</a:t>
            </a:r>
          </a:p>
          <a:p>
            <a:r>
              <a:t>Request Booking</a:t>
            </a:r>
          </a:p>
          <a:p>
            <a:r>
              <a:t>Leave Review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Owner Module</a:t>
            </a:r>
          </a:p>
          <a:p>
            <a:r>
              <a:t>List New Item</a:t>
            </a:r>
          </a:p>
          <a:p>
            <a:r>
              <a:t>Manage Inventory</a:t>
            </a:r>
          </a:p>
          <a:p>
            <a:r>
              <a:t>Approve Requests</a:t>
            </a:r>
          </a:p>
          <a:p>
            <a:r>
              <a:t>Confirm Returns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563EB"/>
                </a:solidFill>
              </a:defRPr>
            </a:pPr>
            <a:r>
              <a:t>Application 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Sharing Economy is growing rapidly globally.</a:t>
            </a:r>
          </a:p>
          <a:p>
            <a:r>
              <a:t>People increasingly prefer accessing assets over owning them.</a:t>
            </a:r>
          </a:p>
          <a:p/>
          <a:p>
            <a:r>
              <a:t>Benefits:</a:t>
            </a:r>
          </a:p>
          <a:p>
            <a:r>
              <a:t>Lower Costs for consumers</a:t>
            </a:r>
          </a:p>
          <a:p>
            <a:r>
              <a:t>Higher Asset Utilization for the community</a:t>
            </a:r>
          </a:p>
          <a:p>
            <a:r>
              <a:t>Environmental Sustainability (Reduced waste)</a:t>
            </a:r>
          </a:p>
          <a:p>
            <a:r>
              <a:t>Passive Income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OLX / Traditional Classifieds</a:t>
            </a:r>
          </a:p>
          <a:p>
            <a:r>
              <a:t>No dedicated rental workflow</a:t>
            </a:r>
          </a:p>
          <a:p>
            <a:r>
              <a:t>No verified owner reviews</a:t>
            </a:r>
          </a:p>
          <a:p>
            <a:r>
              <a:t>No centralized dashboard</a:t>
            </a:r>
          </a:p>
          <a:p/>
          <a:p>
            <a:r>
              <a:t>Local Rental Shops</a:t>
            </a:r>
          </a:p>
          <a:p>
            <a:r>
              <a:t>Limited inventory</a:t>
            </a:r>
          </a:p>
          <a:p>
            <a:r>
              <a:t>No peer-to-peer earning opportunity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RentIt Advantage</a:t>
            </a:r>
          </a:p>
          <a:p>
            <a:r>
              <a:t>Dedicated Rental Workflow</a:t>
            </a:r>
          </a:p>
          <a:p>
            <a:r>
              <a:t>Verified Community Reviews</a:t>
            </a:r>
          </a:p>
          <a:p>
            <a:r>
              <a:t>Centralized Owner &amp; Renter Dashboards</a:t>
            </a:r>
          </a:p>
          <a:p>
            <a:r>
              <a:t>Unlimited Peer-to-Peer Inventory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Monetization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 currently operating as a zero-commission community utility, RentIt has strong future revenue potential:</a:t>
            </a:r>
          </a:p>
          <a:p/>
          <a:p>
            <a:r>
              <a:t>Platform Commission on completed rentals</a:t>
            </a:r>
          </a:p>
          <a:p>
            <a:r>
              <a:t>Featured Listings for owners wanting more visibility</a:t>
            </a:r>
          </a:p>
          <a:p>
            <a:r>
              <a:t>Premium Seller Accounts with advanced analytics</a:t>
            </a:r>
          </a:p>
          <a:p>
            <a:r>
              <a:t>Business Accounts for professional rental shops</a:t>
            </a:r>
          </a:p>
          <a:p>
            <a:r>
              <a:t>Advertisement Space for local businesses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Canvas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Value Proposition: Secure, affordable peer-to-peer rentals.</a:t>
            </a:r>
          </a:p>
          <a:p>
            <a:r>
              <a:t>Customer Segments: Students, Freelancers, Photographers.</a:t>
            </a:r>
          </a:p>
          <a:p>
            <a:r>
              <a:t>Key Activities: Platform maintenance, Community building.</a:t>
            </a:r>
          </a:p>
          <a:p>
            <a:r>
              <a:t>Channels: Web Application, Social Media.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Key Partners: Local communities, universities.</a:t>
            </a:r>
          </a:p>
          <a:p>
            <a:r>
              <a:t>Cost Structure: Cloud Hosting (Vercel/MongoDB), Development.</a:t>
            </a:r>
          </a:p>
          <a:p>
            <a:r>
              <a:t>Revenue Streams: (Future) Commissions, Featured Listings.</a:t>
            </a:r>
          </a:p>
          <a:p>
            <a:r>
              <a:t>Customer Relationships: Trust via Ratings &amp; Reviews.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Passive Income for owners.</a:t>
            </a:r>
          </a:p>
          <a:p>
            <a:r>
              <a:t>Affordable Rentals for users.</a:t>
            </a:r>
          </a:p>
          <a:p>
            <a:r>
              <a:t>Secure Marketplace built on modern technology.</a:t>
            </a:r>
          </a:p>
          <a:p>
            <a:r>
              <a:t>Community Sharing replacing over-consumption.</a:t>
            </a:r>
          </a:p>
          <a:p>
            <a:r>
              <a:t>Reduced Waste contributing to sustainability.</a:t>
            </a:r>
          </a:p>
          <a:p>
            <a:r>
              <a:t>Scalable Business ready for geographic expansion.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Challenges Overcome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Management: Ensuring UI updates seamlessly when bookings are approved or cancelled.</a:t>
            </a:r>
          </a:p>
          <a:p>
            <a:r>
              <a:t>Image Optimization: Converting local uploads to base64 and managing payload sizes for cloud deployment.</a:t>
            </a:r>
          </a:p>
          <a:p>
            <a:r>
              <a:t>Security: Implementing robust JWT authentication and protected API routes.</a:t>
            </a:r>
          </a:p>
          <a:p>
            <a:r>
              <a:t>Cloud Migration: Successfully migrating from local MongoDB to MongoDB Atlas and deploying dynamic API routes on Vercel.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Phase 1 (Growth)</a:t>
            </a:r>
          </a:p>
          <a:p>
            <a:r>
              <a:t>Mobile App Development</a:t>
            </a:r>
          </a:p>
          <a:p>
            <a:r>
              <a:t>GPS Nearby Rentals</a:t>
            </a:r>
          </a:p>
          <a:p>
            <a:r>
              <a:t>Live Chat Integration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Phase 2 (Enterprise)</a:t>
            </a:r>
          </a:p>
          <a:p>
            <a:r>
              <a:t>Digital Rental Agreements</a:t>
            </a:r>
          </a:p>
          <a:p>
            <a:r>
              <a:t>Online Escrow Payments</a:t>
            </a:r>
          </a:p>
          <a:p>
            <a:r>
              <a:t>Insurance &amp; Damage Protection</a:t>
            </a:r>
          </a:p>
          <a:p>
            <a:r>
              <a:t>Delivery Partner Integration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i="1"/>
            </a:pPr>
          </a:p>
          <a:p>
            <a:pPr algn="ctr">
              <a:defRPr i="1"/>
            </a:pPr>
          </a:p>
          <a:p>
            <a:pPr algn="ctr">
              <a:defRPr i="1"/>
            </a:pPr>
            <a:r>
              <a:t>RentIt transforms unused products into earning opportunities while making expensive products affordable through secure peer-to-peer rentals.</a:t>
            </a:r>
          </a:p>
          <a:p>
            <a:pPr algn="ctr">
              <a:defRPr i="1"/>
            </a:pPr>
          </a:p>
          <a:p>
            <a:pPr algn="ctr">
              <a:defRPr i="1"/>
            </a:pPr>
            <a:r>
              <a:t>It promotes sustainability, affordability, and community-driven sharing with strong startup potential.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</a:p>
          <a:p>
            <a:pPr algn="ctr"/>
          </a:p>
          <a:p>
            <a:pPr algn="ctr"/>
            <a:r>
              <a:t>Live Demo: https://rentit-marketplace.vercel.app</a:t>
            </a:r>
          </a:p>
          <a:p>
            <a:pPr algn="ctr"/>
          </a:p>
          <a:p>
            <a:pPr algn="ctr"/>
            <a:r>
              <a:t>GitHub: https://github.com/mscharan1810/RentIt</a:t>
            </a:r>
          </a:p>
          <a:p>
            <a:pPr algn="ctr"/>
          </a:p>
          <a:p>
            <a:pPr algn="ctr"/>
            <a:r>
              <a:t>Contact: owner@example.in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