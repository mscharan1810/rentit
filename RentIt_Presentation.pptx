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Rent Anything Locally - Major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Underutilization of goods: People buy expensive items they rarely use (e.g. tools, camping gear).</a:t>
            </a:r>
          </a:p>
          <a:p>
            <a:pPr/>
            <a:r>
              <a:t>High cost of ownership: Purchasing items for one-time or occasional use is financially inefficient.</a:t>
            </a:r>
          </a:p>
          <a:p>
            <a:pPr/>
            <a:r>
              <a:t>Lack of trust: Hard to find a reliable and secure platform to rent items from strangers locally.</a:t>
            </a:r>
          </a:p>
          <a:p>
            <a:pPr/>
            <a:r>
              <a:t>Environmental impact: Overconsumption leads to more waste and carbon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peer-to-peer rental marketplace connecting owners and renters in local communities.</a:t>
            </a:r>
          </a:p>
          <a:p>
            <a:pPr/>
            <a:r>
              <a:t>Provides a platform for users to list their underutilized items for rent.</a:t>
            </a:r>
          </a:p>
          <a:p>
            <a:pPr/>
            <a:r>
              <a:t>Offers a secure booking system for users to safely rent items they need temporarily.</a:t>
            </a:r>
          </a:p>
          <a:p>
            <a:pPr/>
            <a:r>
              <a:t>Built-in rating and review system to establish trust among community members.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 develop a fully functional, scalable web application for peer-to-peer renting.</a:t>
            </a:r>
          </a:p>
          <a:p>
            <a:pPr/>
            <a:r>
              <a:t>To create a seamless and intuitive user experience for both owners and renters.</a:t>
            </a:r>
          </a:p>
          <a:p>
            <a:pPr/>
            <a:r>
              <a:t>To implement a secure authentication and authorization mechanism.</a:t>
            </a:r>
          </a:p>
          <a:p>
            <a:pPr/>
            <a:r>
              <a:t>To promote a circular economy and reduce wasteful consumption.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Item Owners: Individuals looking to monetize their infrequently used assets.</a:t>
            </a:r>
          </a:p>
          <a:p>
            <a:pPr/>
            <a:r>
              <a:t>Renters: People needing temporary access to items without the cost of ownership.</a:t>
            </a:r>
          </a:p>
          <a:p>
            <a:pPr/>
            <a:r>
              <a:t>Students &amp; Professionals: Need temporary items for projects, events, or short-term stays.</a:t>
            </a:r>
          </a:p>
          <a:p>
            <a:pPr/>
            <a:r>
              <a:t>Local Communities: Promoting sharing and collaboration within neighborhoods.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Authentication &amp; Profiles (JWT-based).</a:t>
            </a:r>
          </a:p>
          <a:p>
            <a:pPr/>
            <a:r>
              <a:t>Dynamic Item Listings with high-quality images and descriptions.</a:t>
            </a:r>
          </a:p>
          <a:p>
            <a:pPr/>
            <a:r>
              <a:t>Real-time Search and Filtering (by category, price, location).</a:t>
            </a:r>
          </a:p>
          <a:p>
            <a:pPr/>
            <a:r>
              <a:t>Secure Booking &amp; Reservation System.</a:t>
            </a:r>
          </a:p>
          <a:p>
            <a:pPr/>
            <a:r>
              <a:t>Responsive, Glassmorphism UI (Vite + React).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Client-Server Model: Separation of frontend and backend layers.</a:t>
            </a:r>
          </a:p>
          <a:p>
            <a:pPr/>
            <a:r>
              <a:t>Frontend: React SPA communicating with backend via REST APIs.</a:t>
            </a:r>
          </a:p>
          <a:p>
            <a:pPr/>
            <a:r>
              <a:t>Backend: Node.js/Express server handling logic and authentication.</a:t>
            </a:r>
          </a:p>
          <a:p>
            <a:pPr/>
            <a:r>
              <a:t>Database: MongoDB (NoSQL) for flexible document-based data storage.</a:t>
            </a:r>
          </a:p>
          <a:p>
            <a:pPr/>
            <a:r>
              <a:t>Cloud/Hosting: Vercel for frontend deployment (ready for integration).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React.js, Vite, Vanilla CSS / Bootstrap.</a:t>
            </a:r>
          </a:p>
          <a:p>
            <a:pPr/>
            <a:r>
              <a:t>Backend: Node.js, Express.js.</a:t>
            </a:r>
          </a:p>
          <a:p>
            <a:pPr/>
            <a:r>
              <a:t>Database: MongoDB, Mongoose ORM.</a:t>
            </a:r>
          </a:p>
          <a:p>
            <a:pPr/>
            <a:r>
              <a:t>Authentication: JSON Web Tokens (JWT).</a:t>
            </a:r>
          </a:p>
          <a:p>
            <a:pPr/>
            <a:r>
              <a:t>Other Tools: Git/GitHub, Postman (for API testing), Puppeteer (for testing/automation).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Users Collection: Stores user details, hashed passwords, contact info.</a:t>
            </a:r>
          </a:p>
          <a:p>
            <a:pPr/>
            <a:r>
              <a:t>Items Collection: Stores item details, pricing, owner ID reference, status.</a:t>
            </a:r>
          </a:p>
          <a:p>
            <a:pPr/>
            <a:r>
              <a:t>Bookings Collection: Links User (renter) and Item, stores dates, total price, and status.</a:t>
            </a:r>
          </a:p>
          <a:p>
            <a:pPr/>
            <a:r>
              <a:t>Reviews Collection: Stores feedback, rating, linked to User and Item.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User registers and logs in.</a:t>
            </a:r>
          </a:p>
          <a:p>
            <a:pPr/>
            <a:r>
              <a:t>2. Owner adds an item listing with details and pricing.</a:t>
            </a:r>
          </a:p>
          <a:p>
            <a:pPr/>
            <a:r>
              <a:t>3. Renter browses or searches for available items.</a:t>
            </a:r>
          </a:p>
          <a:p>
            <a:pPr/>
            <a:r>
              <a:t>4. Renter selects dates and submits a booking request.</a:t>
            </a:r>
          </a:p>
          <a:p>
            <a:pPr/>
            <a:r>
              <a:t>5. Owner approves/rejects the booking.</a:t>
            </a:r>
          </a:p>
          <a:p>
            <a:pPr/>
            <a:r>
              <a:t>6. Item is rented, and post-rental reviews are submitted.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Authentication Module: Login, Register, Logout.</a:t>
            </a:r>
          </a:p>
          <a:p>
            <a:pPr/>
            <a:r>
              <a:t>Dashboard Module: Manage personal listings, view incoming/outgoing bookings.</a:t>
            </a:r>
          </a:p>
          <a:p>
            <a:pPr/>
            <a:r>
              <a:t>Search &amp; Discovery Module: Browse items, filter by categories.</a:t>
            </a:r>
          </a:p>
          <a:p>
            <a:pPr/>
            <a:r>
              <a:t>Booking Module: Handle reservations and date selection.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Screens: Home Page</a:t>
            </a:r>
          </a:p>
        </p:txBody>
      </p:sp>
      <p:pic>
        <p:nvPicPr>
          <p:cNvPr id="3" name="Picture 2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Screens: Login Page</a:t>
            </a:r>
          </a:p>
        </p:txBody>
      </p:sp>
      <p:pic>
        <p:nvPicPr>
          <p:cNvPr id="3" name="Picture 2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Screens: Register Page</a:t>
            </a:r>
          </a:p>
        </p:txBody>
      </p:sp>
      <p:pic>
        <p:nvPicPr>
          <p:cNvPr id="3" name="Picture 2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Commission Fee: Platform takes a small percentage (e.g., 5-10%) from each successful rental transaction.</a:t>
            </a:r>
          </a:p>
          <a:p>
            <a:pPr/>
            <a:r>
              <a:t>Premium Listings: Owners can pay to feature their items at the top of search results.</a:t>
            </a:r>
          </a:p>
          <a:p>
            <a:pPr/>
            <a:r>
              <a:t>Insurance Options: Optional damage protection fees for high-value items.</a:t>
            </a:r>
          </a:p>
          <a:p>
            <a:pPr/>
            <a:r>
              <a:t>Subscription Plans: For power users/businesses listing bulk items.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Cost-effective for renters compared to buying.</a:t>
            </a:r>
          </a:p>
          <a:p>
            <a:pPr/>
            <a:r>
              <a:t>Income generation for item owners.</a:t>
            </a:r>
          </a:p>
          <a:p>
            <a:pPr/>
            <a:r>
              <a:t>Promotes sustainability and reduces environmental waste.</a:t>
            </a:r>
          </a:p>
          <a:p>
            <a:pPr/>
            <a:r>
              <a:t>Builds local community connections through peer-to-peer sharing.</a:t>
            </a:r>
          </a:p>
          <a:p>
            <a:pPr/>
            <a:r>
              <a:t>Highly scalable and accessible web platform.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Challenge: Building Trust. Solution: Implement a robust rating/review system and user verification.</a:t>
            </a:r>
          </a:p>
          <a:p>
            <a:pPr/>
            <a:r>
              <a:t>Challenge: State Management. Solution: Use React hooks and Context API for predictable state.</a:t>
            </a:r>
          </a:p>
          <a:p>
            <a:pPr/>
            <a:r>
              <a:t>Challenge: Responsive UI. Solution: Adopted a mobile-first design approach using modern CSS.</a:t>
            </a:r>
          </a:p>
          <a:p>
            <a:pPr/>
            <a:r>
              <a:t>Challenge: Secure Data. Solution: Implemented bcrypt for passwords and JWT for session management.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Integration of a Payment Gateway (e.g., Stripe) for seamless transactions.</a:t>
            </a:r>
          </a:p>
          <a:p>
            <a:pPr/>
            <a:r>
              <a:t>Real-time Chat feature between owners and renters using Socket.io.</a:t>
            </a:r>
          </a:p>
          <a:p>
            <a:pPr/>
            <a:r>
              <a:t>AI-powered recommendations based on user browsing history.</a:t>
            </a:r>
          </a:p>
          <a:p>
            <a:pPr/>
            <a:r>
              <a:t>Mobile Application development (React Native) for iOS and Android.</a:t>
            </a:r>
          </a:p>
          <a:p>
            <a:pPr/>
            <a:r>
              <a:t>ID verification system for enhanced security.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RentIt successfully demonstrates a modern, scalable P2P rental platform.</a:t>
            </a:r>
          </a:p>
          <a:p>
            <a:pPr/>
            <a:r>
              <a:t>It solves real-world problems related to overconsumption and underutilization.</a:t>
            </a:r>
          </a:p>
          <a:p>
            <a:pPr/>
            <a:r>
              <a:t>The MERN stack provides the perfect balance of performance and rapid development.</a:t>
            </a:r>
          </a:p>
          <a:p>
            <a:pPr/>
            <a:r>
              <a:t>The project lays a strong foundation for a full-fledged commercial product.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